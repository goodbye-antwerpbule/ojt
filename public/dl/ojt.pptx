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966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217D5-7A52-42D7-B4DA-8854FA778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70F932-0FE9-44C9-BFC9-01729AAFC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3CF8-E900-4D66-AD0B-DEFE0D05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BBFE66-0268-48FF-9A4F-D82823738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4A5510-6A25-4B3A-BEC0-3A7EFCCD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33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376FAA-C9C7-4376-A3BA-B1E34416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A18196-BADD-47CE-87C3-8BF11F77C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070C90-7D38-4332-824B-3D851DC9B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E062DB-AB26-40B7-ACBA-8C191451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C9BA19-852F-47F6-A179-08833C95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01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26A566-CDAF-4105-99C9-E42DCF320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CC682A-107D-4B18-9C9B-6B0876561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6C842E-65D3-4F07-9FB0-21D3CEB26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A2ADC7-AB15-4C86-B6FF-96720A00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C6CDC2-9962-4E24-94E9-11AED772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229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9AA129-679D-4661-B703-F86DEB98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E70586-A167-415C-A958-48B669D19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3F42E5-ABAE-4D51-806C-1A87B7350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DB6673-993E-4449-A09F-23C16DAC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78D2CC-DBE5-47C3-8238-917C424C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A10ADE-6520-4020-A5F4-055DD440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557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7BE633-C69A-4451-9164-C82A60BD4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DEA241-7ED1-448D-8E9D-21EBFAAA4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314A21-7A11-4D9F-A92F-A1D4F3B9C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4C4FF6-3EEB-4FA6-90BD-DEB8619F7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6F6E45D-963C-4BC5-87B0-CC0D421DF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EC4EAE-1EF5-40F1-A701-2D526D0B4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D45F095-14FF-40E1-AA4F-B9C440FC2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12606E2-CD6D-4F23-9176-676A2C40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0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86AD0D-9F3E-44A1-80E0-C9B15C6CD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1F41120-CE79-4C0B-B094-4B235F25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B7A8299-C219-45BC-B088-BDD68F87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586696-AB16-4AC7-ABFA-9EBE0C07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7733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483DCD-431D-43BD-ADD0-074035EF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759D4A7-4770-49BB-9EF4-43A6B83F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5A7615-19C8-4156-B8B3-457AB888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93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C56206-BDF7-470A-8DC8-A3EA130DB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74D3B7-7B9E-4EED-87C3-9BA6DDA7F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3D7171-C62F-4440-A158-9BCA7CDD6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F5E49F-82C1-4DE5-8992-A3B4BB8B4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043720-A664-4E80-A02B-86E5684A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66C66F-D206-4AF3-8E6D-CD66E9CB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750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6C16A1-24FE-40A6-AE86-A03AFB24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C9DF03-0C1D-4728-9A7A-50C8B4C69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545861-4856-415D-810B-DEA58517C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FD1E61-441A-4B03-9588-3ED8D1CC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1D3EC5-4571-41A1-8C4D-61179EC2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63721B-4AF0-498E-A9E0-25D68384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16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24B3A5-2371-4189-94A7-C1E305B6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E50429-DCB6-41DC-808F-F54BF64D2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850D2E-86BC-4F78-B0FC-9DB51C31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A05E5E-7EFE-4F33-9E10-5A1B11CC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92B338-0381-4CD3-89DB-F51B8D9E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49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040668-ED38-44EC-9EC6-AF5316118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04FFD5-E888-430D-B931-B3B7B185D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573F47-04FF-48EA-AD3D-E7EA2722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50E21B-D566-4845-9472-031A9F32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D682F4-2B98-41CC-B9B0-8A37F9FF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65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D9E0BF5-8CD3-46AA-A157-BFE0D40F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7FED4E-9BED-4EEB-A598-2D66A5583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A9BAE0-931C-471B-A6EC-FF6035F8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C09F9-7F7F-4527-BF74-8ACCB2720B1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0B5670-7AD6-4C6D-8967-34110A193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7394DE-32D4-4DD6-A72C-B9F1B2598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1F948-28B0-43E3-B711-201DC7D9A7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92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79B6C8-D072-40F4-8191-6E399C5782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D9353A-B207-4B75-9D40-FDEEBC65C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ACDCDA1-5DB8-495C-80EE-7A8D0C437349}"/>
              </a:ext>
            </a:extLst>
          </p:cNvPr>
          <p:cNvGraphicFramePr>
            <a:graphicFrameLocks noGrp="1"/>
          </p:cNvGraphicFramePr>
          <p:nvPr/>
        </p:nvGraphicFramePr>
        <p:xfrm>
          <a:off x="-1423988" y="-57542113"/>
          <a:ext cx="650100" cy="13228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50">
                  <a:extLst>
                    <a:ext uri="{9D8B030D-6E8A-4147-A177-3AD203B41FA5}">
                      <a16:colId xmlns:a16="http://schemas.microsoft.com/office/drawing/2014/main" val="2264038348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828030954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1731119204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2567896452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3101455006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6994218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3571254111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741883096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3539089251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3561328369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2907474800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2115253382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3416402713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2915724523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887382683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1671756075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3329915920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644924015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1374725210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2350073693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3647787473"/>
                    </a:ext>
                  </a:extLst>
                </a:gridCol>
                <a:gridCol w="29550">
                  <a:extLst>
                    <a:ext uri="{9D8B030D-6E8A-4147-A177-3AD203B41FA5}">
                      <a16:colId xmlns:a16="http://schemas.microsoft.com/office/drawing/2014/main" val="3749586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2824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39863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18222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94481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988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95047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8475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28849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277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27663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307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776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7660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3760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838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394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394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76961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924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4897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28584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04857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47016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167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84598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6414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181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25095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7806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09441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8656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98996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5396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2359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71587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00258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648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6661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04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89444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7299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36697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93059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8078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312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804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7510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6752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7564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1097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12198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94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536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4254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7700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5398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890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75281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18676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471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232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11502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0020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98067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3365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932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34269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6167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0351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1518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6088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0285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224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34278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5392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93273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3187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03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7178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2949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7600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60349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04812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78563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2050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13760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9370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3345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791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9791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6110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380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8070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9901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25284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9553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52333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5275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3800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8927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16388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36099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9385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05239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5370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0521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7887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0538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9753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4910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023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8118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07381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2980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4437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0273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5998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9039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74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05139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8132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6775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01381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7370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7705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8136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06194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36527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9531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0534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8014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7281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057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72480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0226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3657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91866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92851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5027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55910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260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47423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9581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926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980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7375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27319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077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88405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2146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9840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185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2072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1773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84679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2797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2264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3402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42051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35859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47671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6667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93034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25212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91607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999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1102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05981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2361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2142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774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21617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88189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905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8922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49571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06066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18053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6993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2767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1454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7639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0726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8223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92044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7552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7441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2133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07311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1874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5227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0257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82924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02195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006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448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8879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1545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449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7341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1569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870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44915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643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0805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68936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86887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5572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52541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1009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0518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705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324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714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204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35977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74081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6466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501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18" gridSpan="12"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1739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372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71765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17871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3813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97317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2482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1887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06165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3100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31019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0995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467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3993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51701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74418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39374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0827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5" gridSpan="11"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47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40551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3020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8226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33900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19222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488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18" gridSpan="12"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1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8808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4610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4745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14160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0688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0293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34184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22051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1706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2972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397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1343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76589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3933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3602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7781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1202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8051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269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54536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39377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7077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10358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5264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2799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6129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claude mcp add serena -- uvx --from git+https://github.com/oraios/serena serena-mcp-server --context ide-assistant --project "C:\project\ojt"</a:t>
                      </a:r>
                      <a:endParaRPr 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084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1725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3486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5236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8228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"C:/project/ojt": {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87294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"allowedTools": [],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0828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"mcpContextUris": [],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334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"mcpServers": {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22344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"serena": {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71086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"type": "stdio",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63654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"command": "uvx",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8548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"args": [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60261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  "--from",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609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  "git+https://github.com/oraios/serena",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7363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  "serena-mcp-server",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31717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  "--context",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9898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  "ide-assistant",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161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  "--project",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920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  "(Get-Location)"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3493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ja-JP" altLang="en-US" sz="100" u="none" strike="noStrike">
                          <a:effectLst/>
                        </a:rPr>
                        <a:t>          </a:t>
                      </a:r>
                      <a:r>
                        <a:rPr lang="en-US" altLang="ja-JP" sz="100" u="none" strike="noStrike">
                          <a:effectLst/>
                        </a:rPr>
                        <a:t>],</a:t>
                      </a:r>
                      <a:endParaRPr lang="en-US" altLang="ja-JP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98520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  "env": {}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1924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ja-JP" altLang="en-US" sz="100" u="none" strike="noStrike">
                          <a:effectLst/>
                        </a:rPr>
                        <a:t>        </a:t>
                      </a:r>
                      <a:r>
                        <a:rPr lang="en-US" altLang="ja-JP" sz="100" u="none" strike="noStrike">
                          <a:effectLst/>
                        </a:rPr>
                        <a:t>}</a:t>
                      </a:r>
                      <a:endParaRPr lang="en-US" altLang="ja-JP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5229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" u="none" strike="noStrike">
                          <a:effectLst/>
                        </a:rPr>
                        <a:t>      </a:t>
                      </a:r>
                      <a:r>
                        <a:rPr lang="en-US" altLang="ja-JP" sz="100" u="none" strike="noStrike">
                          <a:effectLst/>
                        </a:rPr>
                        <a:t>},</a:t>
                      </a:r>
                      <a:endParaRPr lang="en-US" altLang="ja-JP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351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"enabledMcpjsonServers": [],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92117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"disabledMcpjsonServers": [],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94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"hasTrustDialogAccepted": true,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829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"projectOnboardingSeenCount": 1,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1593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"hasClaudeMdExternalIncludesApproved": false,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5104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"hasClaudeMdExternalIncludesWarningShown": false,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372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"reactVulnerabilityCache": {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8319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"detected": false,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52306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"package": null,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2592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"packageName": null,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9807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"version": null,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544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  "packageManager": null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551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" u="none" strike="noStrike">
                          <a:effectLst/>
                        </a:rPr>
                        <a:t>      </a:t>
                      </a:r>
                      <a:r>
                        <a:rPr lang="en-US" altLang="ja-JP" sz="100" u="none" strike="noStrike">
                          <a:effectLst/>
                        </a:rPr>
                        <a:t>},</a:t>
                      </a:r>
                      <a:endParaRPr lang="en-US" altLang="ja-JP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68670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"lastCost":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466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"lastAPIDuration":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152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"lastAPIDurationWithoutRetries":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948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"lastToolDuration":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7474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"lastDuration": 7756,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971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"lastLinesAdded":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654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"lastLinesRemoved":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78326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"lastTotalInputTokens":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8169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"lastTotalOutputTokens":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8915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"lastTotalCacheCreationInputTokens":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0035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"lastTotalCacheReadInputTokens":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37391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"lastTotalWebSearchRequests": 0,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4142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"lastModelUsage": {},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332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"lastSessionId": "35f60e6d-8dd1-40f8-bac7-7fa3e626a801",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67938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"hasCompletedProjectOnboarding": true,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58599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" u="none" strike="noStrike">
                          <a:effectLst/>
                        </a:rPr>
                        <a:t>      "disabledMcpServers": []</a:t>
                      </a:r>
                      <a:endParaRPr lang="en-US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1971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" u="none" strike="noStrike">
                          <a:effectLst/>
                        </a:rPr>
                        <a:t>    </a:t>
                      </a:r>
                      <a:r>
                        <a:rPr lang="en-US" altLang="ja-JP" sz="100" u="none" strike="noStrike">
                          <a:effectLst/>
                        </a:rPr>
                        <a:t>}</a:t>
                      </a:r>
                      <a:endParaRPr lang="en-US" altLang="ja-JP" sz="100" b="0" i="0" u="none" strike="noStrike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648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1987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2750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963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004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735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18604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4392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93662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4567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88807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07564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55133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628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80311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9601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634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5596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691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7764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0889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028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19697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2206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1999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28" gridSpan="15"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8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07597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86787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467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5572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12125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4644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69272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44743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874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4100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00356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9370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58587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18338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2771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940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084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6421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87062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03910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36763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794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3745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9967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96592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4619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5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86438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06490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54560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735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10891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8450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9684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3980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1278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2436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531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405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9730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64022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2169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56175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1898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2501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497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0855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046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727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85315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0788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6096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642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4833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9251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9598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5255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99757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2458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9660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18827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5941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46954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81683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3135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01218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31" gridSpan="19"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672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95865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8202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85655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0102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19007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1550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7867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13703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33409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5927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5646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4695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2150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6557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5050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8918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409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599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116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2307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94688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88619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4760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18304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3470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3990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2191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794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57259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22132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0389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23392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31" gridSpan="19"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1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5103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8823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9524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92375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63169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80986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6741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431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91281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2773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059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5934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1595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74979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6138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4152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9648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2927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20328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445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376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9279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97311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22895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595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9112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4268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377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18389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9817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02150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2810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95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32" gridSpan="19"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69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669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2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974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26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861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804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36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512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432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576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640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30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56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98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53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56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338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5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914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762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44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73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052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172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17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686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982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809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57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10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gridSpan="19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931676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93D760B9-2E43-4123-B610-F1AF0DCD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3988" y="-57542113"/>
            <a:ext cx="13003213" cy="730726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498708C-223B-4F7C-979E-8F596BB8C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3988" y="-50280888"/>
            <a:ext cx="13003213" cy="73056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9828C7E-BAC1-4682-AAE8-A99073B82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23988" y="-43019663"/>
            <a:ext cx="12955588" cy="72771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FAA585A-BB8F-4EA5-AB5C-96E8527E7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23988" y="-35760025"/>
            <a:ext cx="12907963" cy="726916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A9D9DA7-2BC3-4DA6-A32E-52749E6B2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23988" y="-28498800"/>
            <a:ext cx="13003213" cy="724058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A319A05-A0E2-4E98-927C-320F2C3DD4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23988" y="-21004213"/>
            <a:ext cx="12641263" cy="729773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49028BA-3F87-4A7C-A517-DAE2900520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423988" y="-13742988"/>
            <a:ext cx="13003213" cy="730726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BFFD527-06E6-49F9-ACB5-568CB8E4CC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9213" y="-5310188"/>
            <a:ext cx="7616826" cy="423862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BE45898-014E-4A4D-9DD7-0059036C10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9213" y="-1095375"/>
            <a:ext cx="7340601" cy="103505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C7BD37F-B63B-437E-9933-7D894254A9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49213" y="779463"/>
            <a:ext cx="7550151" cy="412432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86382AB8-36FB-4821-877F-0F5049CE14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49213" y="6165850"/>
            <a:ext cx="12980988" cy="7389813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1353163-8F27-4BF5-B924-45A51BEAE2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49213" y="25373013"/>
            <a:ext cx="10212388" cy="6681787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429827B-C110-4710-8CA7-CE83E3C73F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49213" y="41065450"/>
            <a:ext cx="12961938" cy="7389813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C1714DD4-A4BC-4714-8615-197E122F5E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49213" y="49028350"/>
            <a:ext cx="12980988" cy="7367588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6BE9A2E-201F-4170-9653-6C140114BF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588" y="56992838"/>
            <a:ext cx="12980987" cy="740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12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613</Words>
  <Application>Microsoft Office PowerPoint</Application>
  <PresentationFormat>ワイド画面</PresentationFormat>
  <Paragraphs>50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Consolas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2022_CS 竹中 大志</dc:creator>
  <cp:lastModifiedBy>2022_CS 竹中 大志</cp:lastModifiedBy>
  <cp:revision>1</cp:revision>
  <dcterms:created xsi:type="dcterms:W3CDTF">2025-12-24T21:42:07Z</dcterms:created>
  <dcterms:modified xsi:type="dcterms:W3CDTF">2025-12-24T21:43:14Z</dcterms:modified>
</cp:coreProperties>
</file>